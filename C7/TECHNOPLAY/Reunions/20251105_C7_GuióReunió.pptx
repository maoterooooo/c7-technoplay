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9b484939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9b484939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1ae88b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1ae88b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4ab05a4c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4ab05a4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4ab05a4c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4ab05a4c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5e88cb6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65e88cb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Reuni</a:t>
            </a:r>
            <a:r>
              <a:rPr lang="ca"/>
              <a:t>ó resolució dubtes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Raul Radu, Izan Malag</a:t>
            </a:r>
            <a:r>
              <a:rPr lang="ca"/>
              <a:t>ón</a:t>
            </a:r>
            <a:r>
              <a:rPr lang="ca"/>
              <a:t>, Miguel Otero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Introducci</a:t>
            </a:r>
            <a:r>
              <a:rPr lang="ca"/>
              <a:t>ó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Progr</a:t>
            </a:r>
            <a:r>
              <a:rPr lang="ca"/>
              <a:t>és actual: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Inventari </a:t>
            </a:r>
            <a:r>
              <a:rPr b="1" lang="ca"/>
              <a:t>Complet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Sol·licituds </a:t>
            </a:r>
            <a:r>
              <a:rPr lang="ca"/>
              <a:t>préstec</a:t>
            </a:r>
            <a:r>
              <a:rPr lang="ca"/>
              <a:t> </a:t>
            </a:r>
            <a:r>
              <a:rPr b="1" lang="ca"/>
              <a:t>Completes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Aprovacions auto </a:t>
            </a:r>
            <a:r>
              <a:rPr b="1" lang="ca"/>
              <a:t>Completes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Retornades </a:t>
            </a:r>
            <a:r>
              <a:rPr b="1" lang="ca"/>
              <a:t>Complet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Retornades auto </a:t>
            </a:r>
            <a:r>
              <a:rPr b="1" lang="ca"/>
              <a:t>Complet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Avaries </a:t>
            </a:r>
            <a:r>
              <a:rPr b="1" lang="ca"/>
              <a:t>Complet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Avaries auto </a:t>
            </a:r>
            <a:r>
              <a:rPr b="1" lang="ca"/>
              <a:t>Complet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350" y="1307700"/>
            <a:ext cx="3790250" cy="25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Funcionament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4800400" y="1668050"/>
            <a:ext cx="3764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El funcionament </a:t>
            </a:r>
            <a:r>
              <a:rPr lang="ca"/>
              <a:t>és</a:t>
            </a:r>
            <a:r>
              <a:rPr lang="ca"/>
              <a:t> senzill;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Formularis google enllaçats a fulls de </a:t>
            </a:r>
            <a:r>
              <a:rPr lang="ca"/>
              <a:t>càlcul, a on van les dades.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Automatització de full de càlcul en donar respostes als formularis.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25" y="1741150"/>
            <a:ext cx="4004424" cy="228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Fórmules</a:t>
            </a:r>
            <a:r>
              <a:rPr lang="ca"/>
              <a:t> utilitzades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LEFT: Fa </a:t>
            </a:r>
            <a:r>
              <a:rPr lang="ca"/>
              <a:t>referència</a:t>
            </a:r>
            <a:r>
              <a:rPr lang="ca"/>
              <a:t> a una columna d’altra pagina, buscant el contingut i el </a:t>
            </a:r>
            <a:r>
              <a:rPr lang="ca"/>
              <a:t>número</a:t>
            </a:r>
            <a:r>
              <a:rPr lang="ca"/>
              <a:t> de caracters que </a:t>
            </a:r>
            <a:r>
              <a:rPr lang="ca"/>
              <a:t>especifica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IF: Fórmula que funciona si es compleixen certes condicions.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COUNTIF: Mateixa funció que un IF, però cada condició complerta compta una unitat (per exemple, si es compleixen 5 condicions al rang, donarà a resultat 5).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Progr</a:t>
            </a:r>
            <a:r>
              <a:rPr lang="ca"/>
              <a:t>és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941000" y="2026200"/>
            <a:ext cx="3512700" cy="10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El progr</a:t>
            </a:r>
            <a:r>
              <a:rPr lang="ca"/>
              <a:t>és </a:t>
            </a:r>
            <a:r>
              <a:rPr lang="ca"/>
              <a:t>està</a:t>
            </a:r>
            <a:r>
              <a:rPr lang="ca"/>
              <a:t> sent correcte, sense endarreriments inesperats. Si el projecte continua així, acabarà en el plaç de temps de manera correcta.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527200" y="2279250"/>
            <a:ext cx="2704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unes 3 setmanes, ja estarà finalitzat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Pressupost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2581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No hi han hagut canvis als pressupost.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/>
              <a:t>Segueix sent de 10.103,50€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100" y="568046"/>
            <a:ext cx="4097315" cy="34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